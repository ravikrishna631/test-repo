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59" r:id="rId10"/>
    <p:sldId id="260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12/9/2025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02032-5D91-DF9B-023E-03B52140AD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Hub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7313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0D821-3F69-2AC6-D23B-B9CECF6F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GitHub?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A00241-9367-CB23-A91F-56EFEBACC4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3125486"/>
            <a:ext cx="7945918" cy="1231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web-based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around Git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tools for hosting, reviewing, and managing code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collaboration through pull requests, issues, and discussions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Integrates with CI/CD, project management, and DevOps workflows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296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0E26D-922D-F5D4-FF64-FE5573E26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B8359-8177-ADF3-2843-088E4AEDD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Repositories</a:t>
            </a:r>
            <a:endParaRPr lang="en-US" dirty="0"/>
          </a:p>
          <a:p>
            <a:pPr lvl="1"/>
            <a:r>
              <a:rPr lang="en-US" dirty="0"/>
              <a:t>Store Git projects publicly or privately</a:t>
            </a:r>
          </a:p>
          <a:p>
            <a:r>
              <a:rPr lang="en-US" b="1" dirty="0"/>
              <a:t>Pull Requests</a:t>
            </a:r>
            <a:endParaRPr lang="en-US" dirty="0"/>
          </a:p>
          <a:p>
            <a:pPr lvl="1"/>
            <a:r>
              <a:rPr lang="en-US" dirty="0"/>
              <a:t>Review code before merging</a:t>
            </a:r>
          </a:p>
          <a:p>
            <a:r>
              <a:rPr lang="en-US" b="1" dirty="0"/>
              <a:t>Issues &amp; Discussions</a:t>
            </a:r>
            <a:endParaRPr lang="en-US" dirty="0"/>
          </a:p>
          <a:p>
            <a:pPr lvl="1"/>
            <a:r>
              <a:rPr lang="en-US" dirty="0"/>
              <a:t>Track bugs, tasks, and ideas</a:t>
            </a:r>
          </a:p>
          <a:p>
            <a:r>
              <a:rPr lang="en-US" b="1" dirty="0"/>
              <a:t>Actions (CI/CD)</a:t>
            </a:r>
            <a:endParaRPr lang="en-US" dirty="0"/>
          </a:p>
          <a:p>
            <a:pPr lvl="1"/>
            <a:r>
              <a:rPr lang="en-US" dirty="0"/>
              <a:t>Automate builds, tests, and deployments</a:t>
            </a:r>
          </a:p>
          <a:p>
            <a:r>
              <a:rPr lang="en-US" b="1" dirty="0"/>
              <a:t>GitHub Pages</a:t>
            </a:r>
            <a:endParaRPr lang="en-US" dirty="0"/>
          </a:p>
          <a:p>
            <a:pPr lvl="1"/>
            <a:r>
              <a:rPr lang="en-US" dirty="0"/>
              <a:t>Host websites directly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440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4DE92-8351-F507-1403-B0EB53C3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730BA-F1DE-771A-DBF9-B2B69353B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project in GitHub is a repository used to store code, files, and documentation.</a:t>
            </a:r>
          </a:p>
          <a:p>
            <a:r>
              <a:rPr lang="en-US" dirty="0"/>
              <a:t>You can create one by clicking </a:t>
            </a:r>
            <a:r>
              <a:rPr lang="en-US" b="1" dirty="0"/>
              <a:t>“New Repository”</a:t>
            </a:r>
            <a:r>
              <a:rPr lang="en-US" dirty="0"/>
              <a:t>.</a:t>
            </a:r>
          </a:p>
          <a:p>
            <a:r>
              <a:rPr lang="en-US" dirty="0"/>
              <a:t>Supports README, license, and .gitignore setup during creation.</a:t>
            </a:r>
          </a:p>
          <a:p>
            <a:r>
              <a:rPr lang="en-US" dirty="0"/>
              <a:t>Acts as the main workspace for collaboration.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1483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9AEE-FDF4-BDE9-28E4-651543B3B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Pull Request (PR)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1888E5-19B6-9CCD-195B-C90B24848F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986986"/>
            <a:ext cx="8472319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pull request is a request to merge code changes from one branch into another.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Lets team members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review, discuss, and approve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code before merging.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maintain clean and stable main branches.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On GitHub, click the </a:t>
            </a:r>
            <a:r>
              <a:rPr lang="en-US" sz="1800" b="1" dirty="0"/>
              <a:t>“Pull requests”</a:t>
            </a:r>
            <a:r>
              <a:rPr lang="en-US" sz="1800" dirty="0"/>
              <a:t> tab and press </a:t>
            </a:r>
            <a:r>
              <a:rPr lang="en-US" sz="1800" b="1" dirty="0"/>
              <a:t>“New pull request.”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Then click </a:t>
            </a:r>
            <a:r>
              <a:rPr lang="en-US" sz="1800" b="1" dirty="0"/>
              <a:t>“Create pull request”</a:t>
            </a:r>
            <a:r>
              <a:rPr lang="en-US" sz="1800" dirty="0"/>
              <a:t> to submit it for review.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334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DFB0-1EA5-F3E0-3DE6-008F33DBF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Push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EEE8C1A-3CE3-ED1D-C15A-3C4C93AFB0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986987"/>
            <a:ext cx="8286179" cy="1508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sends your local commits to the GitHub repository.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after committing changes in your local machine.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Updates the remote repo with your latest code.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After committing your changes, press the </a:t>
            </a:r>
            <a:r>
              <a:rPr lang="en-US" sz="1800" b="1" dirty="0"/>
              <a:t>“Sync”</a:t>
            </a:r>
            <a:r>
              <a:rPr lang="en-US" sz="1800" dirty="0"/>
              <a:t> or </a:t>
            </a:r>
            <a:r>
              <a:rPr lang="en-US" sz="1800" b="1" dirty="0"/>
              <a:t>“Push”</a:t>
            </a:r>
            <a:r>
              <a:rPr lang="en-US" sz="1800" dirty="0"/>
              <a:t> button in your Git tool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dirty="0"/>
              <a:t>This sends your local changes to the GitHub repository.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9394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31FCC-258F-F807-C7C0-D2B65BCA7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Stories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A12C9F-1925-07E0-7F9E-89A62A5122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Short descriptions of features from 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end-user’s perspective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Typically follow the format: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“As a &lt;user&gt;, I want &lt;goal&gt; so that &lt;reason&gt;.”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teams understand requirements and plan development work.</a:t>
            </a:r>
          </a:p>
        </p:txBody>
      </p:sp>
    </p:spTree>
    <p:extLst>
      <p:ext uri="{BB962C8B-B14F-4D97-AF65-F5344CB8AC3E}">
        <p14:creationId xmlns:p14="http://schemas.microsoft.com/office/powerpoint/2010/main" val="3389775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DC08-9195-C730-633A-A29BDAAB5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and Closing an Issue/defect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BAED3-90F8-6807-F9E0-7EB3C6AB2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Issues are used to track bugs, tasks, or improvements.</a:t>
            </a:r>
          </a:p>
          <a:p>
            <a:r>
              <a:rPr lang="en-US" dirty="0"/>
              <a:t>You can create one by clicking </a:t>
            </a:r>
            <a:r>
              <a:rPr lang="en-US" b="1" dirty="0"/>
              <a:t>“New Issue”</a:t>
            </a:r>
            <a:r>
              <a:rPr lang="en-US" dirty="0"/>
              <a:t> and adding a title, description, and labels.</a:t>
            </a:r>
          </a:p>
          <a:p>
            <a:r>
              <a:rPr lang="en-US" dirty="0"/>
              <a:t>Issues can be closed when the work is done, either manually or automatically through a pull request.</a:t>
            </a:r>
          </a:p>
          <a:p>
            <a:r>
              <a:rPr lang="en-US" dirty="0"/>
              <a:t>Add a final comment if needed to explain the resolution.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184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C8AB1-4A30-3B5C-6407-7B0C4BEBC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Popular Uses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C46980-04CD-A47A-89C3-A6D6E95CE6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Open-source project hosting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 collaboration and code reviews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 and wiki creation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testing and deployment pipelines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Portfolio showcase for developers</a:t>
            </a:r>
          </a:p>
        </p:txBody>
      </p:sp>
    </p:spTree>
    <p:extLst>
      <p:ext uri="{BB962C8B-B14F-4D97-AF65-F5344CB8AC3E}">
        <p14:creationId xmlns:p14="http://schemas.microsoft.com/office/powerpoint/2010/main" val="3682678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199BF-A941-31FC-0BE0-EDFB6AED3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Using GitHub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04C0D1-CAF3-F7E8-70D2-0210A5194E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Centralized platform for team collaboration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Enhances code quality through review processes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Integrates seamlessly with development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Accessible from anywhere via the cloud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Massive open-source community and ecosystem</a:t>
            </a:r>
          </a:p>
        </p:txBody>
      </p:sp>
    </p:spTree>
    <p:extLst>
      <p:ext uri="{BB962C8B-B14F-4D97-AF65-F5344CB8AC3E}">
        <p14:creationId xmlns:p14="http://schemas.microsoft.com/office/powerpoint/2010/main" val="1671976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03DF-4A52-B652-9AF9-53D071052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3990" y="2008630"/>
            <a:ext cx="5144020" cy="1196297"/>
          </a:xfrm>
        </p:spPr>
        <p:txBody>
          <a:bodyPr>
            <a:noAutofit/>
          </a:bodyPr>
          <a:lstStyle/>
          <a:p>
            <a:r>
              <a:rPr lang="en-US" sz="6000" dirty="0"/>
              <a:t>Thank you!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129919202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107</TotalTime>
  <Words>435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Gallery</vt:lpstr>
      <vt:lpstr>Git Hub</vt:lpstr>
      <vt:lpstr>What is GitHub?</vt:lpstr>
      <vt:lpstr>Key Features</vt:lpstr>
      <vt:lpstr>Creating a Project</vt:lpstr>
      <vt:lpstr>Pull Request (PR)</vt:lpstr>
      <vt:lpstr>Push</vt:lpstr>
      <vt:lpstr>User Stories</vt:lpstr>
      <vt:lpstr>Creating and Closing an Issue/defect</vt:lpstr>
      <vt:lpstr>Popular Uses</vt:lpstr>
      <vt:lpstr>Benefits of Using GitHub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</dc:creator>
  <cp:lastModifiedBy>Ravi</cp:lastModifiedBy>
  <cp:revision>4</cp:revision>
  <dcterms:created xsi:type="dcterms:W3CDTF">2025-12-05T09:46:10Z</dcterms:created>
  <dcterms:modified xsi:type="dcterms:W3CDTF">2025-12-09T09:38:47Z</dcterms:modified>
</cp:coreProperties>
</file>