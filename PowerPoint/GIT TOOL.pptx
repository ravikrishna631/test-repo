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"/>
  </p:notesMasterIdLst>
  <p:sldIdLst>
    <p:sldId id="278" r:id="rId5"/>
    <p:sldId id="279" r:id="rId6"/>
    <p:sldId id="280" r:id="rId7"/>
    <p:sldId id="281" r:id="rId8"/>
    <p:sldId id="28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ADA09-D484-95F8-CB1D-880553B4D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D33F1-32DF-7245-33D2-0E178CB48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AF6DF-E24E-C045-CEF9-D69293735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9AFE9-E4A3-A3C4-7015-F15A61CECA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8187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9D535-087A-88A1-FE1A-D272E536D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EE0236-3EE3-6F74-56B2-90BA25D752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33BB7-2F15-A87C-4D05-313559006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0966E-C73D-61E9-851E-5DD13B0F0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0425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B9118-4321-8DBA-CA8D-A494A9CC7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D3D47-EAA4-308E-C2B7-D9FB3A7D5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886EB-B021-D82E-01F4-6CCF79B7B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7B936-7E7D-F571-8BB3-3CDACD96A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9260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90646-C758-EA68-7382-EC05AD093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69234-9021-FB21-CCD4-F9A77D807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4B19C-F500-49F1-699F-8CA675CE9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A99C1-A44F-5071-BF6B-9B6C85735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915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54159" y="2417275"/>
            <a:ext cx="3485073" cy="128745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GIT TOOL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IN" sz="4000" dirty="0"/>
              <a:t>What is Git?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400" dirty="0"/>
              <a:t>Git is a </a:t>
            </a:r>
            <a:r>
              <a:rPr lang="en-US" sz="2400" b="1" dirty="0"/>
              <a:t>distributed version control system (DVCS)</a:t>
            </a:r>
          </a:p>
          <a:p>
            <a:r>
              <a:rPr lang="en-US" sz="2400" dirty="0"/>
              <a:t>Allows multiple developers to work on the same project simultaneously</a:t>
            </a:r>
          </a:p>
          <a:p>
            <a:r>
              <a:rPr lang="en-IN" sz="2400" dirty="0"/>
              <a:t>Fast, lightweight, and efficient</a:t>
            </a:r>
          </a:p>
          <a:p>
            <a:r>
              <a:rPr lang="en-US" sz="2400" dirty="0"/>
              <a:t>Commonly used with platforms like GitHub, GitLab</a:t>
            </a:r>
            <a:endParaRPr lang="en-US" sz="2400" b="1" dirty="0"/>
          </a:p>
          <a:p>
            <a:pPr marL="36900" lv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A5463D-CA7B-BFAA-E55C-F34B3A832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422870C0-BBA4-53A9-AC1D-742EE49DB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AB61CC-A1C6-6151-0D3D-C6D4EB777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7F2F87A-12DC-2676-B826-0AAE5436C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51EA41-8400-9CD0-37A7-FB23EDC4B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IN" sz="4000" dirty="0"/>
              <a:t>Key Features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17EC8AD-6AD3-B3FB-99EC-F1787A0E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r>
              <a:rPr lang="en-US" sz="2400" b="1" dirty="0"/>
              <a:t>Branching &amp; Merging : </a:t>
            </a:r>
            <a:r>
              <a:rPr lang="en-US" sz="2400" dirty="0"/>
              <a:t>Create independent branches for features or fixes</a:t>
            </a:r>
          </a:p>
          <a:p>
            <a:r>
              <a:rPr lang="en-US" sz="2400" b="1" dirty="0"/>
              <a:t>Distributed Architecture : </a:t>
            </a:r>
            <a:r>
              <a:rPr lang="en-US" sz="2400" dirty="0"/>
              <a:t>Every user has a full copy of the repository</a:t>
            </a:r>
          </a:p>
          <a:p>
            <a:r>
              <a:rPr lang="en-US" sz="2400" b="1" dirty="0"/>
              <a:t>Staging Area : </a:t>
            </a:r>
            <a:r>
              <a:rPr lang="en-US" sz="2400" dirty="0"/>
              <a:t>Review changes before committing</a:t>
            </a:r>
          </a:p>
          <a:p>
            <a:pPr marL="36900" lvl="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1175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3A203-3992-FC57-5A68-0F888425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D70729F6-21BF-9DD7-8D1A-4F647145C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B5D347-DE8E-9E35-C1C5-771937ED0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328881E-1742-586E-64E3-C5982ACA5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EC7110-51FE-86A0-5387-FED37D85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IN" sz="4000" dirty="0"/>
              <a:t>Common Git Commands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90DCC74C-D28D-74F7-C1DD-B3D61A700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 marL="36900" indent="0">
              <a:buNone/>
            </a:pPr>
            <a:r>
              <a:rPr lang="en-US" dirty="0"/>
              <a:t>git init</a:t>
            </a:r>
            <a:r>
              <a:rPr lang="en-US" sz="2400" dirty="0"/>
              <a:t> — Initialize a new repository</a:t>
            </a:r>
          </a:p>
          <a:p>
            <a:pPr marL="36900" indent="0">
              <a:buNone/>
            </a:pPr>
            <a:r>
              <a:rPr lang="en-US" dirty="0"/>
              <a:t>git clone</a:t>
            </a:r>
            <a:r>
              <a:rPr lang="en-US" sz="2400" dirty="0"/>
              <a:t> — Copy an existing repository</a:t>
            </a:r>
          </a:p>
          <a:p>
            <a:pPr marL="36900" indent="0">
              <a:buNone/>
            </a:pPr>
            <a:r>
              <a:rPr lang="en-IN" dirty="0"/>
              <a:t>git add</a:t>
            </a:r>
            <a:r>
              <a:rPr lang="en-IN" sz="2400" dirty="0"/>
              <a:t> — Stage changes</a:t>
            </a:r>
          </a:p>
          <a:p>
            <a:pPr marL="36900" indent="0">
              <a:buNone/>
            </a:pPr>
            <a:r>
              <a:rPr lang="en-US" dirty="0"/>
              <a:t>git push</a:t>
            </a:r>
            <a:r>
              <a:rPr lang="en-US" sz="2400" dirty="0"/>
              <a:t> — Upload commits</a:t>
            </a:r>
          </a:p>
          <a:p>
            <a:pPr marL="36900" indent="0">
              <a:buNone/>
            </a:pPr>
            <a:r>
              <a:rPr lang="en-US" dirty="0"/>
              <a:t>git pull</a:t>
            </a:r>
            <a:r>
              <a:rPr lang="en-US" sz="2400" dirty="0"/>
              <a:t> — Fetch and merge updates</a:t>
            </a:r>
          </a:p>
          <a:p>
            <a:pPr marL="3690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2906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007EC-5579-D065-FEF6-9D38914C4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F8103026-16BA-D09F-6B64-B44FCFE59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9B5737-3E10-093C-F964-F057D79E7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9C5DF30-6B57-4537-B272-18A32B4F8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090A447-56BE-0E83-DFA7-742ABEDD5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IN" sz="4000" dirty="0"/>
              <a:t>Why Use Git?</a:t>
            </a:r>
            <a:endParaRPr lang="en-US" sz="4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99F88412-9EEE-AF9C-538E-1597B78BB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 fontScale="92500"/>
          </a:bodyPr>
          <a:lstStyle/>
          <a:p>
            <a:pPr marL="36900" indent="0">
              <a:buNone/>
            </a:pPr>
            <a:r>
              <a:rPr lang="en-US" dirty="0"/>
              <a:t>Enables collaboration among distributed teams</a:t>
            </a:r>
          </a:p>
          <a:p>
            <a:pPr marL="36900" indent="0">
              <a:buNone/>
            </a:pPr>
            <a:r>
              <a:rPr lang="en-US" sz="2400" dirty="0"/>
              <a:t>Provides a detailed history of changes</a:t>
            </a:r>
          </a:p>
          <a:p>
            <a:pPr marL="36900" indent="0">
              <a:buNone/>
            </a:pPr>
            <a:r>
              <a:rPr lang="en-US" sz="2400" dirty="0"/>
              <a:t>Simplifies code review and debugging</a:t>
            </a:r>
          </a:p>
          <a:p>
            <a:pPr marL="36900" indent="0">
              <a:buNone/>
            </a:pPr>
            <a:r>
              <a:rPr lang="en-US" sz="2400" dirty="0"/>
              <a:t>Supports experimentation without risk using branches</a:t>
            </a:r>
          </a:p>
          <a:p>
            <a:pPr marL="36900" indent="0">
              <a:buNone/>
            </a:pPr>
            <a:r>
              <a:rPr lang="en-US" sz="2400" dirty="0"/>
              <a:t>Industry-standard tool used in professional development</a:t>
            </a:r>
          </a:p>
          <a:p>
            <a:pPr marL="36900" indent="0"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65855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9EA37-F9DC-E3E3-89BC-4D0649387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30253ACC-ED7E-329E-0CED-2D4185873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34535F-F91E-5B94-DFE8-02BC651DB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27214570-EEED-6BF4-7CA8-DB6309DDE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8F7625-7FE3-E3C4-0AD1-21F156AB6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7025" y="1865015"/>
            <a:ext cx="4625240" cy="2784160"/>
          </a:xfrm>
        </p:spPr>
        <p:txBody>
          <a:bodyPr anchor="b">
            <a:noAutofit/>
          </a:bodyPr>
          <a:lstStyle/>
          <a:p>
            <a:pPr algn="l"/>
            <a:r>
              <a:rPr lang="en-IN" sz="8000" dirty="0"/>
              <a:t>Thank You!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10072008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4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5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6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{493B2386-3277-4566-A5A7-5C938A82C10D}tf55705232_win32</Template>
  <TotalTime>15</TotalTime>
  <Words>146</Words>
  <Application>Microsoft Office PowerPoint</Application>
  <PresentationFormat>Widescreen</PresentationFormat>
  <Paragraphs>28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Goudy Old Style</vt:lpstr>
      <vt:lpstr>Wingdings 2</vt:lpstr>
      <vt:lpstr>SlateVTI</vt:lpstr>
      <vt:lpstr>GIT TOOL</vt:lpstr>
      <vt:lpstr>What is Git?</vt:lpstr>
      <vt:lpstr>Key Features</vt:lpstr>
      <vt:lpstr>Common Git Commands</vt:lpstr>
      <vt:lpstr>Why Use Git?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</dc:creator>
  <cp:lastModifiedBy>Ravi</cp:lastModifiedBy>
  <cp:revision>1</cp:revision>
  <dcterms:created xsi:type="dcterms:W3CDTF">2025-12-05T09:29:18Z</dcterms:created>
  <dcterms:modified xsi:type="dcterms:W3CDTF">2025-12-05T09:45:03Z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