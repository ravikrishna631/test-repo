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12/2/2025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12/2/2025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zurich.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F38F5-AD70-1C9D-3D10-592E47D8F890}"/>
              </a:ext>
            </a:extLst>
          </p:cNvPr>
          <p:cNvSpPr>
            <a:spLocks noGrp="1"/>
          </p:cNvSpPr>
          <p:nvPr>
            <p:ph type="ctrTitle"/>
          </p:nvPr>
        </p:nvSpPr>
        <p:spPr>
          <a:xfrm>
            <a:off x="4360752" y="3105004"/>
            <a:ext cx="7197726" cy="2421464"/>
          </a:xfrm>
        </p:spPr>
        <p:txBody>
          <a:bodyPr/>
          <a:lstStyle/>
          <a:p>
            <a:r>
              <a:rPr lang="en-IN" dirty="0">
                <a:hlinkClick r:id="rId2"/>
              </a:rPr>
              <a:t>Zurich Insurance   Group</a:t>
            </a:r>
            <a:endParaRPr lang="en-IN" dirty="0"/>
          </a:p>
        </p:txBody>
      </p:sp>
    </p:spTree>
    <p:extLst>
      <p:ext uri="{BB962C8B-B14F-4D97-AF65-F5344CB8AC3E}">
        <p14:creationId xmlns:p14="http://schemas.microsoft.com/office/powerpoint/2010/main" val="561255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19F1B-8D9B-65A1-2BC5-B2A7614B3552}"/>
              </a:ext>
            </a:extLst>
          </p:cNvPr>
          <p:cNvSpPr>
            <a:spLocks noGrp="1"/>
          </p:cNvSpPr>
          <p:nvPr>
            <p:ph type="title"/>
          </p:nvPr>
        </p:nvSpPr>
        <p:spPr>
          <a:xfrm>
            <a:off x="685801" y="1306717"/>
            <a:ext cx="10131425" cy="1456267"/>
          </a:xfrm>
        </p:spPr>
        <p:txBody>
          <a:bodyPr/>
          <a:lstStyle/>
          <a:p>
            <a:r>
              <a:rPr lang="en-US" dirty="0"/>
              <a:t>What is Zurich</a:t>
            </a:r>
            <a:endParaRPr lang="en-IN" dirty="0"/>
          </a:p>
        </p:txBody>
      </p:sp>
      <p:sp>
        <p:nvSpPr>
          <p:cNvPr id="3" name="Content Placeholder 2">
            <a:extLst>
              <a:ext uri="{FF2B5EF4-FFF2-40B4-BE49-F238E27FC236}">
                <a16:creationId xmlns:a16="http://schemas.microsoft.com/office/drawing/2014/main" id="{8D209598-F3A3-1893-5F5F-ABD8BF3C8C2D}"/>
              </a:ext>
            </a:extLst>
          </p:cNvPr>
          <p:cNvSpPr>
            <a:spLocks noGrp="1"/>
          </p:cNvSpPr>
          <p:nvPr>
            <p:ph idx="1"/>
          </p:nvPr>
        </p:nvSpPr>
        <p:spPr>
          <a:xfrm>
            <a:off x="685801" y="2625505"/>
            <a:ext cx="8829391" cy="2776396"/>
          </a:xfrm>
        </p:spPr>
        <p:txBody>
          <a:bodyPr/>
          <a:lstStyle/>
          <a:p>
            <a:r>
              <a:rPr lang="en-US" dirty="0"/>
              <a:t>Zurich Insurance Group Ltd. is a Swiss insurance company, headquartered in Zürich, and the country's largest insurer. As of 2024, the group is the world's 98th largest public company according to Forbes' Global 2000s list, and in 2011, it ranked 94th in Interbrand's top 100 brands.</a:t>
            </a:r>
          </a:p>
          <a:p>
            <a:r>
              <a:rPr lang="en-IN" b="1" dirty="0"/>
              <a:t>Founded: </a:t>
            </a:r>
            <a:r>
              <a:rPr lang="en-IN" dirty="0"/>
              <a:t>1872</a:t>
            </a:r>
          </a:p>
        </p:txBody>
      </p:sp>
    </p:spTree>
    <p:extLst>
      <p:ext uri="{BB962C8B-B14F-4D97-AF65-F5344CB8AC3E}">
        <p14:creationId xmlns:p14="http://schemas.microsoft.com/office/powerpoint/2010/main" val="243141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CA9E-3F4B-76B3-4B9F-69E6EAD3A9A5}"/>
              </a:ext>
            </a:extLst>
          </p:cNvPr>
          <p:cNvSpPr>
            <a:spLocks noGrp="1"/>
          </p:cNvSpPr>
          <p:nvPr>
            <p:ph type="title"/>
          </p:nvPr>
        </p:nvSpPr>
        <p:spPr>
          <a:xfrm>
            <a:off x="685801" y="1234289"/>
            <a:ext cx="10131425" cy="1456267"/>
          </a:xfrm>
        </p:spPr>
        <p:txBody>
          <a:bodyPr/>
          <a:lstStyle/>
          <a:p>
            <a:r>
              <a:rPr lang="en-IN" dirty="0"/>
              <a:t>Car Insurance</a:t>
            </a:r>
          </a:p>
        </p:txBody>
      </p:sp>
      <p:sp>
        <p:nvSpPr>
          <p:cNvPr id="3" name="Content Placeholder 2">
            <a:extLst>
              <a:ext uri="{FF2B5EF4-FFF2-40B4-BE49-F238E27FC236}">
                <a16:creationId xmlns:a16="http://schemas.microsoft.com/office/drawing/2014/main" id="{EBEECD3B-A4B2-CB02-62C3-16E9D2C0B687}"/>
              </a:ext>
            </a:extLst>
          </p:cNvPr>
          <p:cNvSpPr>
            <a:spLocks noGrp="1"/>
          </p:cNvSpPr>
          <p:nvPr>
            <p:ph idx="1"/>
          </p:nvPr>
        </p:nvSpPr>
        <p:spPr/>
        <p:txBody>
          <a:bodyPr/>
          <a:lstStyle/>
          <a:p>
            <a:r>
              <a:rPr lang="en-US" dirty="0"/>
              <a:t>Car insurance helps pay for repairs or medical bills if you're in an accident or your car gets stolen. It can also cover damages you cause to other people or their property. It’s usually required by law and helps protect you financially while driving.</a:t>
            </a:r>
            <a:endParaRPr lang="en-IN" dirty="0"/>
          </a:p>
        </p:txBody>
      </p:sp>
    </p:spTree>
    <p:extLst>
      <p:ext uri="{BB962C8B-B14F-4D97-AF65-F5344CB8AC3E}">
        <p14:creationId xmlns:p14="http://schemas.microsoft.com/office/powerpoint/2010/main" val="305988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DE01B-0B06-42FE-9883-6D0231711D89}"/>
              </a:ext>
            </a:extLst>
          </p:cNvPr>
          <p:cNvSpPr>
            <a:spLocks noGrp="1"/>
          </p:cNvSpPr>
          <p:nvPr>
            <p:ph type="title"/>
          </p:nvPr>
        </p:nvSpPr>
        <p:spPr>
          <a:xfrm>
            <a:off x="685801" y="1216182"/>
            <a:ext cx="10131425" cy="1456267"/>
          </a:xfrm>
        </p:spPr>
        <p:txBody>
          <a:bodyPr/>
          <a:lstStyle/>
          <a:p>
            <a:r>
              <a:rPr lang="en-IN" dirty="0"/>
              <a:t>Home Insurance</a:t>
            </a:r>
          </a:p>
        </p:txBody>
      </p:sp>
      <p:sp>
        <p:nvSpPr>
          <p:cNvPr id="3" name="Content Placeholder 2">
            <a:extLst>
              <a:ext uri="{FF2B5EF4-FFF2-40B4-BE49-F238E27FC236}">
                <a16:creationId xmlns:a16="http://schemas.microsoft.com/office/drawing/2014/main" id="{29CAA2B7-4264-8E57-795B-3EADCABE32AC}"/>
              </a:ext>
            </a:extLst>
          </p:cNvPr>
          <p:cNvSpPr>
            <a:spLocks noGrp="1"/>
          </p:cNvSpPr>
          <p:nvPr>
            <p:ph idx="1"/>
          </p:nvPr>
        </p:nvSpPr>
        <p:spPr/>
        <p:txBody>
          <a:bodyPr/>
          <a:lstStyle/>
          <a:p>
            <a:r>
              <a:rPr lang="en-US" dirty="0"/>
              <a:t>Home insurance protects your house and belongings from things like fire, theft, or damage. It can also help with living expenses if you can't stay in your home after a disaster. Plus, it often covers injury or damage to others on your property.</a:t>
            </a:r>
            <a:endParaRPr lang="en-IN" dirty="0"/>
          </a:p>
        </p:txBody>
      </p:sp>
    </p:spTree>
    <p:extLst>
      <p:ext uri="{BB962C8B-B14F-4D97-AF65-F5344CB8AC3E}">
        <p14:creationId xmlns:p14="http://schemas.microsoft.com/office/powerpoint/2010/main" val="744689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EDE63-2D22-5024-7771-FB330CE52A6A}"/>
              </a:ext>
            </a:extLst>
          </p:cNvPr>
          <p:cNvSpPr>
            <a:spLocks noGrp="1"/>
          </p:cNvSpPr>
          <p:nvPr>
            <p:ph type="title"/>
          </p:nvPr>
        </p:nvSpPr>
        <p:spPr>
          <a:xfrm>
            <a:off x="685801" y="1279557"/>
            <a:ext cx="10131425" cy="1456267"/>
          </a:xfrm>
        </p:spPr>
        <p:txBody>
          <a:bodyPr/>
          <a:lstStyle/>
          <a:p>
            <a:r>
              <a:rPr lang="en-IN" dirty="0"/>
              <a:t>Liability Insurance</a:t>
            </a:r>
          </a:p>
        </p:txBody>
      </p:sp>
      <p:sp>
        <p:nvSpPr>
          <p:cNvPr id="3" name="Content Placeholder 2">
            <a:extLst>
              <a:ext uri="{FF2B5EF4-FFF2-40B4-BE49-F238E27FC236}">
                <a16:creationId xmlns:a16="http://schemas.microsoft.com/office/drawing/2014/main" id="{1B950301-6760-A7C0-1B50-2B6D7E92C8F5}"/>
              </a:ext>
            </a:extLst>
          </p:cNvPr>
          <p:cNvSpPr>
            <a:spLocks noGrp="1"/>
          </p:cNvSpPr>
          <p:nvPr>
            <p:ph idx="1"/>
          </p:nvPr>
        </p:nvSpPr>
        <p:spPr/>
        <p:txBody>
          <a:bodyPr/>
          <a:lstStyle/>
          <a:p>
            <a:r>
              <a:rPr lang="en-US" dirty="0"/>
              <a:t>Liability insurance helps pay for costs if you're responsible for hurting someone or damaging their property. It covers things like medical bills and legal fees, so you don’t have to pay out of pocket for accidents you cause.</a:t>
            </a:r>
            <a:endParaRPr lang="en-IN" dirty="0"/>
          </a:p>
        </p:txBody>
      </p:sp>
    </p:spTree>
    <p:extLst>
      <p:ext uri="{BB962C8B-B14F-4D97-AF65-F5344CB8AC3E}">
        <p14:creationId xmlns:p14="http://schemas.microsoft.com/office/powerpoint/2010/main" val="3937328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FDF84-A1EA-CAB4-EE14-B73C3803522D}"/>
              </a:ext>
            </a:extLst>
          </p:cNvPr>
          <p:cNvSpPr>
            <a:spLocks noGrp="1"/>
          </p:cNvSpPr>
          <p:nvPr>
            <p:ph type="title"/>
          </p:nvPr>
        </p:nvSpPr>
        <p:spPr>
          <a:xfrm>
            <a:off x="1880858" y="2299580"/>
            <a:ext cx="5054095" cy="2074921"/>
          </a:xfrm>
        </p:spPr>
        <p:txBody>
          <a:bodyPr>
            <a:normAutofit/>
          </a:bodyPr>
          <a:lstStyle/>
          <a:p>
            <a:r>
              <a:rPr lang="en-US" sz="6000" dirty="0">
                <a:solidFill>
                  <a:schemeClr val="accent2"/>
                </a:solidFill>
              </a:rPr>
              <a:t>Thank You!</a:t>
            </a:r>
            <a:endParaRPr lang="en-IN" sz="6000" dirty="0">
              <a:solidFill>
                <a:schemeClr val="accent2"/>
              </a:solidFill>
            </a:endParaRPr>
          </a:p>
        </p:txBody>
      </p:sp>
    </p:spTree>
    <p:extLst>
      <p:ext uri="{BB962C8B-B14F-4D97-AF65-F5344CB8AC3E}">
        <p14:creationId xmlns:p14="http://schemas.microsoft.com/office/powerpoint/2010/main" val="27385225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54</TotalTime>
  <Words>210</Words>
  <Application>Microsoft Office PowerPoint</Application>
  <PresentationFormat>Widescreen</PresentationFormat>
  <Paragraphs>11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Celestial</vt:lpstr>
      <vt:lpstr>Zurich Insurance   Group</vt:lpstr>
      <vt:lpstr>What is Zurich</vt:lpstr>
      <vt:lpstr>Car Insurance</vt:lpstr>
      <vt:lpstr>Home Insurance</vt:lpstr>
      <vt:lpstr>Liability Insurance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Ravi</dc:creator>
  <cp:lastModifiedBy>Ravi</cp:lastModifiedBy>
  <cp:revision>3</cp:revision>
  <dcterms:created xsi:type="dcterms:W3CDTF">2025-12-01T09:39:04Z</dcterms:created>
  <dcterms:modified xsi:type="dcterms:W3CDTF">2025-12-02T09:04:50Z</dcterms:modified>
</cp:coreProperties>
</file>