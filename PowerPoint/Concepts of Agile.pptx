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27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934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043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75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91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67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353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922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59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53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64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7854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B616-F210-BF71-B729-5468371408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Concepts of Agile</a:t>
            </a:r>
          </a:p>
        </p:txBody>
      </p:sp>
    </p:spTree>
    <p:extLst>
      <p:ext uri="{BB962C8B-B14F-4D97-AF65-F5344CB8AC3E}">
        <p14:creationId xmlns:p14="http://schemas.microsoft.com/office/powerpoint/2010/main" val="2648575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7BE04-24DA-CFAA-3E32-F9A7ED96F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Agile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C45C-A421-3A27-F78C-EDAA3C5C3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Iterative Development</a:t>
            </a:r>
            <a:r>
              <a:rPr lang="en-US" dirty="0"/>
              <a:t> – Work delivered in small cycles for frequent improvement.</a:t>
            </a:r>
          </a:p>
          <a:p>
            <a:r>
              <a:rPr lang="en-US" b="1" dirty="0"/>
              <a:t>Customer Collaboration</a:t>
            </a:r>
            <a:r>
              <a:rPr lang="en-US" dirty="0"/>
              <a:t> – Constant engagement to ensure the product meets real needs.</a:t>
            </a:r>
          </a:p>
          <a:p>
            <a:r>
              <a:rPr lang="en-US" b="1" dirty="0"/>
              <a:t>Embracing Change</a:t>
            </a:r>
            <a:r>
              <a:rPr lang="en-US" dirty="0"/>
              <a:t> – Requirements can evolve at any time.</a:t>
            </a:r>
          </a:p>
          <a:p>
            <a:r>
              <a:rPr lang="en-US" b="1" dirty="0"/>
              <a:t>Incremental Delivery</a:t>
            </a:r>
            <a:r>
              <a:rPr lang="en-US" dirty="0"/>
              <a:t> – Small, usable pieces delivered regularly.</a:t>
            </a:r>
          </a:p>
          <a:p>
            <a:r>
              <a:rPr lang="en-US" b="1" dirty="0"/>
              <a:t>Value-Driven Prioritization</a:t>
            </a:r>
            <a:r>
              <a:rPr lang="en-US" dirty="0"/>
              <a:t> – Highest-value work done first.</a:t>
            </a:r>
          </a:p>
          <a:p>
            <a:r>
              <a:rPr lang="en-US" b="1" dirty="0"/>
              <a:t>Team Empowerment</a:t>
            </a:r>
            <a:r>
              <a:rPr lang="en-US" dirty="0"/>
              <a:t> – Self-organizing, cross-functional teams.</a:t>
            </a:r>
          </a:p>
        </p:txBody>
      </p:sp>
    </p:spTree>
    <p:extLst>
      <p:ext uri="{BB962C8B-B14F-4D97-AF65-F5344CB8AC3E}">
        <p14:creationId xmlns:p14="http://schemas.microsoft.com/office/powerpoint/2010/main" val="218866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4CD96-A9FE-A23C-C8A7-17D090128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8B3D1-F97F-4195-B7EF-43E74621F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5948" y="2909648"/>
            <a:ext cx="7800104" cy="1544657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user story</a:t>
            </a:r>
            <a:r>
              <a:rPr lang="en-US" dirty="0"/>
              <a:t> is a short, simple description of a feature from the </a:t>
            </a:r>
            <a:r>
              <a:rPr lang="en-US" b="1" dirty="0"/>
              <a:t>end user's perspective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It focuses on </a:t>
            </a:r>
            <a:r>
              <a:rPr lang="en-US" b="1" dirty="0"/>
              <a:t>value</a:t>
            </a:r>
            <a:r>
              <a:rPr lang="en-US" dirty="0"/>
              <a:t>, not tasks or technical details.</a:t>
            </a:r>
          </a:p>
        </p:txBody>
      </p:sp>
    </p:spTree>
    <p:extLst>
      <p:ext uri="{BB962C8B-B14F-4D97-AF65-F5344CB8AC3E}">
        <p14:creationId xmlns:p14="http://schemas.microsoft.com/office/powerpoint/2010/main" val="357468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7BAD-98DF-9DE8-4725-147FCDC7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Scrum Concepts in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32F50-6048-05E7-3CE5-B42A89A3F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3517814" cy="310198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Roles</a:t>
            </a:r>
            <a:endParaRPr lang="en-US" dirty="0"/>
          </a:p>
          <a:p>
            <a:r>
              <a:rPr lang="en-US" b="1" dirty="0"/>
              <a:t>Product Owner:</a:t>
            </a:r>
            <a:r>
              <a:rPr lang="en-US" dirty="0"/>
              <a:t> Prioritizes features and defines product goals.</a:t>
            </a:r>
          </a:p>
          <a:p>
            <a:r>
              <a:rPr lang="en-US" b="1" dirty="0"/>
              <a:t>Scrum Master:</a:t>
            </a:r>
            <a:r>
              <a:rPr lang="en-US" dirty="0"/>
              <a:t> Removes blockers and supports the team.</a:t>
            </a:r>
          </a:p>
          <a:p>
            <a:r>
              <a:rPr lang="en-US" b="1" dirty="0"/>
              <a:t>Development Team:</a:t>
            </a:r>
            <a:r>
              <a:rPr lang="en-US" dirty="0"/>
              <a:t> Builds and delivers increments.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78BA64-4BBC-CD34-1562-5B0AA500828B}"/>
              </a:ext>
            </a:extLst>
          </p:cNvPr>
          <p:cNvSpPr txBox="1">
            <a:spLocks/>
          </p:cNvSpPr>
          <p:nvPr/>
        </p:nvSpPr>
        <p:spPr>
          <a:xfrm>
            <a:off x="6096000" y="2638043"/>
            <a:ext cx="3517814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Events </a:t>
            </a:r>
          </a:p>
          <a:p>
            <a:r>
              <a:rPr lang="en-US" b="1" dirty="0"/>
              <a:t>Sprint Planning:</a:t>
            </a:r>
            <a:r>
              <a:rPr lang="en-US" dirty="0"/>
              <a:t> Decide what to deliver in the sprint.</a:t>
            </a:r>
          </a:p>
          <a:p>
            <a:r>
              <a:rPr lang="en-US" b="1" dirty="0"/>
              <a:t>Daily Scrum:</a:t>
            </a:r>
            <a:r>
              <a:rPr lang="en-US" dirty="0"/>
              <a:t> 15-minute daily sync.</a:t>
            </a:r>
          </a:p>
          <a:p>
            <a:r>
              <a:rPr lang="en-US" b="1" dirty="0"/>
              <a:t>Sprint Review:</a:t>
            </a:r>
            <a:r>
              <a:rPr lang="en-US" dirty="0"/>
              <a:t> Show completed work to stakeholders.</a:t>
            </a:r>
          </a:p>
          <a:p>
            <a:r>
              <a:rPr lang="en-US" b="1" dirty="0"/>
              <a:t>Sprint Retrospective:</a:t>
            </a:r>
            <a:r>
              <a:rPr lang="en-US" dirty="0"/>
              <a:t> Improve process for next sprint.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740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606D-362D-0363-2E8E-103AB540D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65" y="937531"/>
            <a:ext cx="4459374" cy="1188720"/>
          </a:xfrm>
        </p:spPr>
        <p:txBody>
          <a:bodyPr/>
          <a:lstStyle/>
          <a:p>
            <a:r>
              <a:rPr lang="en-US" dirty="0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A11A8-95F7-BA6F-CC91-F24DE3EA4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633050"/>
            <a:ext cx="5056903" cy="3286537"/>
          </a:xfrm>
        </p:spPr>
        <p:txBody>
          <a:bodyPr/>
          <a:lstStyle/>
          <a:p>
            <a:r>
              <a:rPr lang="en-IN" dirty="0"/>
              <a:t>Time-Consuming</a:t>
            </a:r>
          </a:p>
          <a:p>
            <a:r>
              <a:rPr lang="en-IN" dirty="0"/>
              <a:t>Needs Experienced Teams</a:t>
            </a:r>
          </a:p>
          <a:p>
            <a:r>
              <a:rPr lang="en-IN" dirty="0"/>
              <a:t>Hard for Big Projects</a:t>
            </a:r>
          </a:p>
          <a:p>
            <a:r>
              <a:rPr lang="en-IN" dirty="0"/>
              <a:t>Customer Availability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2181FD-585C-1C62-1C08-ED94E810F8E4}"/>
              </a:ext>
            </a:extLst>
          </p:cNvPr>
          <p:cNvSpPr txBox="1">
            <a:spLocks/>
          </p:cNvSpPr>
          <p:nvPr/>
        </p:nvSpPr>
        <p:spPr bwMode="black">
          <a:xfrm>
            <a:off x="6400800" y="937531"/>
            <a:ext cx="4852657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Disadvantages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FA40B8-18B3-45E9-B22C-33A6DA72F76A}"/>
              </a:ext>
            </a:extLst>
          </p:cNvPr>
          <p:cNvSpPr txBox="1">
            <a:spLocks/>
          </p:cNvSpPr>
          <p:nvPr/>
        </p:nvSpPr>
        <p:spPr>
          <a:xfrm>
            <a:off x="1016463" y="2633050"/>
            <a:ext cx="5056903" cy="328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Flexible</a:t>
            </a:r>
          </a:p>
          <a:p>
            <a:r>
              <a:rPr lang="en-IN"/>
              <a:t>Customer-Friendly</a:t>
            </a:r>
          </a:p>
          <a:p>
            <a:r>
              <a:rPr lang="en-IN"/>
              <a:t>Faster Delivery</a:t>
            </a:r>
          </a:p>
          <a:p>
            <a:r>
              <a:rPr lang="en-IN"/>
              <a:t>Less Risk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2216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61</TotalTime>
  <Words>186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Parcel</vt:lpstr>
      <vt:lpstr>Concepts of Agile</vt:lpstr>
      <vt:lpstr>Agile Concepts</vt:lpstr>
      <vt:lpstr>User Stories</vt:lpstr>
      <vt:lpstr>Scrum Concepts in Agile</vt:lpstr>
      <vt:lpstr>Advantages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</dc:creator>
  <cp:lastModifiedBy>Ravi</cp:lastModifiedBy>
  <cp:revision>7</cp:revision>
  <dcterms:created xsi:type="dcterms:W3CDTF">2025-11-27T09:24:12Z</dcterms:created>
  <dcterms:modified xsi:type="dcterms:W3CDTF">2025-12-01T08:34:06Z</dcterms:modified>
</cp:coreProperties>
</file>